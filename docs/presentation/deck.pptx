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Сәлеметсіздер ме! Я Ануар, это Анық — по-казахски «ясно». Он подсказывает, куда пойти в Астане прямо сейчас, и советует только реальные места из открытых данных. Анық уже работает: адрес на экране, его можно открыть с телефона прямо сейчас.</a:t>
            </a:r>
          </a:p>
          <a:p/>
          <a:p>
            <a:r>
              <a:t>Источники: «Только реальные места»: app/eval/results/canonical.md, 0 выдуманных мест на 120 тестовых сценариях. Фото: Bernard Gagnon, CC0 (слайд «Источники»).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Найти кафе или парк рядом сегодня легко: любой справочник покажет точки на карте. Трудно понять другое: открыто ли место прямо сейчас, успеешь ли дойти за своё время и подойдёт ли оно именно тебе. На эти три вопроса и отвечает Анық.</a:t>
            </a:r>
          </a:p>
          <a:p/>
          <a:p>
            <a:r>
              <a:t>Источники: Фото: Dauren Nabijan, CC0 (слайд «Источники»).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первый сценарий из задания на живом стенде: человек у Mega Silk Way пишет «Хочу погулять час на свежем воздухе». Анық учёл погоду и предупреждение Казгидромета, выбрал «Японский сад» и провёл путь пешком по улицам — 17 минут, а запасной вариант, NU Park, в восьми минутах. Время, погода и ответ настоящие, ничего не закреплено. И так проходят все пять сценариев из задания — без единого нарушения в нашей проверке.</a:t>
            </a:r>
          </a:p>
          <a:p/>
          <a:p>
            <a:r>
              <a:t>Источники: Кадр hero_walk: shots/shots.jsonl (19.10.2026 19:08, старт Mega Silk Way), проверка — shots/factcheck.md; линия пути на карте — place_legs[0].shape того же ответа. Пять сценариев ТЗ (tz1–tz5) без нарушений: app/eval/results/runs_poi.enriched_offline.jsonl и canonical.md, «ИИ-режим».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Анық появился слой «Спутник» — снимки Esri World Imagery, на них видна каждая дорожка бульвара. Тот же запрос «Хочу погулять час на свежем воздухе», теперь у Байтерека: Анық ведёт до Водно-Зелёного бульвара, восемь минут пешком, по настоящим улицам и бульвару Нуржол, а не по прямой.</a:t>
            </a:r>
          </a:p>
          <a:p/>
          <a:p>
            <a:r>
              <a:t>Источники: Кадр sat_walk: shots/shots.jsonl — запуск приложения из ветки со слоем «Спутник» в боевом режиме (python -m web, без флагов WALKS_*), 19.10.2026 22:50, камера z17 над Байтереком; проверка — shots/factcheck.md, раздел «Кадры не со стенда». Imagery: Powered by Esri · Source: Esri, Vantor, GeoEye, Earthstar Geographics, CNES/Airbus DS, USDA, USGS, AeroGRID, IGN, and the GIS User Community.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Анық отвечает на языке вопроса. По-казахски у EXPO спросили, куда сходить с ребёнком, — и он советует музей в двух минутах. По-английски — тихое кафе, где можно час поработать, по-русски — детский центр у Хан Шатыра, открытый до 22:00.</a:t>
            </a:r>
          </a:p>
          <a:p/>
          <a:p>
            <a:r>
              <a:t>Источники: Кадры kids_kk, cafe_en, kids_ru: shots/shots.jsonl, проверка — shots/factcheck.md.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Справочник отвечает, что есть рядом. Анық — что подходит именно вам. Человек пишет о себе своими словами, и под местом появляется строка, почему оно подходит: «Под ваш вайб: тихо». Это основание из данных о самом месте, а не догадка модели.</a:t>
            </a:r>
          </a:p>
          <a:p/>
          <a:p>
            <a:r>
              <a:t>Источники: Кадр vibe: shots/shots.jsonl, проверка — shots/factcheck.md; строка основания — app/walks/vibe.py (place_evidence).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это устроено: куда идти, решает код — радиус из вашего времени, часы на момент прихода, погода. ИИ только объясняет выбор и не может добавить место: ответ с несуществующим местом отклоняется проверкой. Поэтому на 120 тестовых сценариях — ни одного выдуманного места, а когда данных нет, Анық прямо пишет «неизвестно». Модель — Gemma 4 с открытыми весами Google через API, запасная — Gemini.</a:t>
            </a:r>
          </a:p>
          <a:p/>
          <a:p>
            <a:r>
              <a:t>Источники: app/eval/results/canonical.md, прогоны 19.10.2026, база poi.enriched: 120 кейсов, hallucinated_poi 0, honest_unknown_rate 100 % на всех наборах. Место не из кандидатов отбрасывается — app/walks/generate.py; строка «ответ ИИ не прошёл проверку poi_id (→ шаблон)» — canonical.md. Модель и запасная: app/README.md; приложение работает на нашем сервере.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Анық уже работает на живом стенде, и у него есть первые пользователи: по их отзывам я исправлял ответы в тот же день. Ещё семь раундов стенд проверяли смоделированные пользователи — это ИИ-персоны, не люди. На коде проходят 3 000+ автотестов, а качество ответов мы меряем на 120 тестовых сценариях.</a:t>
            </a:r>
          </a:p>
          <a:p/>
          <a:p>
            <a:r>
              <a:t>Источники: Отзывы первых пользователей 19.10.2026; ИИ-персоны, 7 раундов — docs/dialog.md; 3 000+ автотестов — pytest 19.10.2026 (ворота на main: 3 010 и больше); 120 сценариев — canonical.md.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Через треть секунды на экране уже виден ход ответа, а сам ответ приходит за секунды. Ответ пишет Gemma 4, запасная — Gemini, а если недоступны обе, Анық всё равно отвечает — из тех же данных и с теми же местами, потому что их выбирает код. Так было 16 октября, когда у ключа кончилась квота: Анық отвечал из данных, и выдуманных мест не было.</a:t>
            </a:r>
          </a:p>
          <a:p/>
          <a:p>
            <a:r>
              <a:t>Источники: 0,3 с — app/web/static/js/assistant.js, WAIT_SHAPE = 300 мс; цепочка Gemma 4 → Gemini → ответ из данных без ИИ — app/README.md, «Цепочка звеньев», порядок звеньев на стенде сверен 19.10.2026; 16.10 — canonical.md, «Исторический стресс-прогон».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 же данные работают на город. Страница «Город» показывает по районам и участкам 500 на 500 метров, что ищут люди и где сведения о местах пора обновить. Для жителей и туристов Анық бесплатен, а акимат, Visit Astana и НИЦ могут получать эту карту спроса и качества данных с выгрузкой в CSV и GeoJSON.</a:t>
            </a:r>
          </a:p>
          <a:p/>
          <a:p>
            <a:r>
              <a:t>Источники: Кадр city: shots/shots.jsonl; участок 500 м — app/walks/reqlog.py (CELL_M), группы от 5 запросов — app/walks/demand.py (K_DEFAULT); выгрузка — app/web/city.py; возможные заказчики — docs/qa.md, вопрос 12; закраска районов — доля мест с часами работы, страница «Данные» (coverage.districts) 19.10.2026.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базе 4 170 мест, и все из открытых источников: OpenStreetMap, Overture Maps, госреестры, сайты заведений; на карте каждое место окрашено по своему источнику. Сбор автоматический: базу собирают скрипты, а афиша на стенде обновляется сама каждые шесть часов. Если Анық пишет «открыто», на карточке видно, откуда часы и на какую дату; если не знает — так и пишет.</a:t>
            </a:r>
          </a:p>
          <a:p/>
          <a:p>
            <a:r>
              <a:t>Источники: Страница «Данные» 19.10.2026 17:15 (coverage.places); data/poi.enriched.json, поле source, места без остановок; сбор — collect/ (python -m collect.build, слои — collect/SOURCES.md §24); афиша — collect/events, таймер deploy/vps/anyq-events.timer; источник и дата часов на карточке — app/walks/models.py (hours_source); лицензии — data/NOTICE.md, docs/licensing.md.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о рисках и о том, что мы с ними сделали. Данные неполные — часы есть у трети мест, поэтому без данных Анық не пишет «открыто»; ошибку ИИ страхует код, а без ИИ ответ собирается из тех же данных. Точку мы округляем до ста метров и не храним ни текст запроса, ни координаты; город видит только группы от пяти запросов, а профиль удаляется одной кнопкой. Казахский усилим в пилоте вместе с экспертом по казахскому NLP.</a:t>
            </a:r>
          </a:p>
          <a:p/>
          <a:p>
            <a:r>
              <a:t>Источники: Часы у 31,8 % мест — страница «Данные» 19.10.2026 (coverage.hours); canonical.md: honest_unknown_rate 100 %, hallucinated_poi 0 на 120 кейсах; README.md, «Приватность»; app/walks/reqlog.py, app/walks/demand.py, app/walks/profile.py («Забыть всё»); эксперт — docs/qa.md, вопрос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Следующий шаг — пилот с НИЦ Smart City: четыре недели в одном районе или на кампусе. Подключаем данные города — часы и адреса, — а в конце даём отчёт по метрикам. Стенд и проверка ответов уже готовы, так что мерить можно с первого дня пилота.</a:t>
            </a:r>
          </a:p>
          <a:p/>
          <a:p>
            <a:r>
              <a:t>Источники: docs/qa.md, вопрос 15; срок 4 недели — значение по умолчанию.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Рақмет! Анық работает уже сейчас: наведите камеру на код или откройте anyq.an8kk.dev. Готов ответить на вопросы.</a:t>
            </a:r>
          </a:p>
          <a:p/>
          <a:p>
            <a:r>
              <a:t>Источники: Фото: Matti Blume, CC BY-SA 4.0 (слайд «Источники»).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слайд: откуда каждое число, каждый кадр и каждая фотография. Показываю, если спросят про источники.</a:t>
            </a:r>
          </a:p>
          <a:p/>
          <a:p>
            <a:r>
              <a:t>Источники: Лицензии фото: CC0 — creativecommons.org/publicdomain/zero/1.0; CC BY-SA 4.0 — creativecommons.org/licenses/by-sa/4.0. Кадрированные фото — photos/fetch.py по photos/credits.json.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lide_03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33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lide_06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3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lide_07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3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lide_08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3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lide_0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3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lide_10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3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lide_11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